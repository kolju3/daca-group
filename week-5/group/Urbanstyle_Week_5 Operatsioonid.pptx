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217deb1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6217deb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217deb1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217deb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217deb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217deb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Roll A - Hele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"/>
            <a:ext cx="9144001" cy="506288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07900" y="170525"/>
            <a:ext cx="27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 sz="1800">
                <a:solidFill>
                  <a:schemeClr val="dk2"/>
                </a:solidFill>
              </a:rPr>
              <a:t>Roll A - CEO Dashboard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 title="Roll D - Kalj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25" y="115175"/>
            <a:ext cx="82296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Roll D - Investor dashboard - Olg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150" y="8587"/>
            <a:ext cx="9144000" cy="51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