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2" r:id="rId16"/>
    <p:sldId id="263" r:id="rId17"/>
    <p:sldId id="260" r:id="rId18"/>
    <p:sldId id="265" r:id="rId19"/>
    <p:sldId id="261" r:id="rId20"/>
    <p:sldId id="264" r:id="rId21"/>
    <p:sldId id="266" r:id="rId22"/>
    <p:sldId id="267" r:id="rId23"/>
    <p:sldId id="268" r:id="rId24"/>
    <p:sldId id="269" r:id="rId25"/>
    <p:sldId id="270" r:id="rId26"/>
  </p:sldIdLst>
  <p:sldSz cx="16256000" cy="9144000"/>
  <p:notesSz cx="7559675" cy="10691813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0564216-27D9-4B23-A12A-3E0F512765B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E85153D-F4EC-447C-941A-EC417446318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E369F00-93C6-40D7-AD94-9002309B866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656F8F2-22F8-4862-B3F6-FEB8CA035BC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B1583BF-036E-4659-8C21-FA92829908B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F7109E1-015A-4617-AFCA-452D6120149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A189F1A-D7EC-443B-902F-A90B91DE111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EFC58F2-8674-4B77-A0B3-E594CCE44B7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49FB809-F957-40B8-8BE2-B2EC7F4DCB1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20660D43-CC64-4DF4-80B9-768580891A3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05A43E7-6D4B-4A6F-A240-E292B36C68A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8A4F3F-7C47-4FA5-8ABD-8B3C08AF3E2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1BC46-29C1-4F0D-9682-DE062854F40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6B625F-4CF5-46D9-87FF-09D0B591243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3A4B1-1812-48DE-AC4C-308A1440D7B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4358B0-506E-43C7-BDFF-19E9C7F9C8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3C30A0-06A5-4FA2-9C6B-5B207A026C2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952A1-F021-4953-BFAB-CC5EA8898FF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1EE720-7DEC-4440-9D54-6148F6B1D89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91226-B93A-497E-A9DE-0A38979A9FA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1D4A02-AE69-4C0E-B8B5-4295A0411F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92932-1E6B-4D04-A6AB-7F68AF009A3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3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4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5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Helen Tanner</cp:lastModifiedBy>
  <cp:revision>3</cp:revision>
  <dcterms:created xsi:type="dcterms:W3CDTF">2006-08-16T00:00:00Z</dcterms:created>
  <dcterms:modified xsi:type="dcterms:W3CDTF">2026-07-03T14:17:14Z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